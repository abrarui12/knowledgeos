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Acme Corp Architecture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Demo Corpus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Multi-tenant SaaS platform</a:t>
            </a:r>
          </a:p>
          <a:p>
            <a:r>
              <a:t>Microservices architecture</a:t>
            </a:r>
          </a:p>
          <a:p>
            <a:r>
              <a:t>Cloud-native deployment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Ingestion pipeline processes documents</a:t>
            </a:r>
          </a:p>
          <a:p>
            <a:r>
              <a:t>Embedding and indexing in vector store</a:t>
            </a:r>
          </a:p>
          <a:p>
            <a:r>
              <a:t>Query-time retrieval with RRF fusion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KnowledgeOS Demo Corpus</dc:creator>
  <cp:keywords/>
  <dc:description>generated using python-pptx</dc:description>
  <cp:lastModifiedBy>KnowledgeOS Demo Corpus</cp:lastModifiedBy>
  <cp:revision>1</cp:revision>
  <dcterms:created xsi:type="dcterms:W3CDTF">2020-01-01T00:00:00Z</dcterms:created>
  <dcterms:modified xsi:type="dcterms:W3CDTF">2020-01-01T00:00:00Z</dcterms:modified>
  <cp:category/>
</cp:coreProperties>
</file>