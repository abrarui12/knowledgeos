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Corp Architecture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 Corpus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Multi-tenant SaaS platform</a:t>
            </a:r>
          </a:p>
          <a:p>
            <a:r>
              <a:t>Microservices architecture</a:t>
            </a:r>
          </a:p>
          <a:p>
            <a:r>
              <a:t>Cloud-native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Ingestion pipeline processes documents</a:t>
            </a:r>
          </a:p>
          <a:p>
            <a:r>
              <a:t>Embedding and indexing in vector store</a:t>
            </a:r>
          </a:p>
          <a:p>
            <a:r>
              <a:t>Query-time retrieval with RRF fusion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